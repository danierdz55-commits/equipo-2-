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68fb705ca6ad8bf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68fb705ca6ad8bf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268fb705ca6ad8bf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268fb705ca6ad8bf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68fb705ca6ad8bf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268fb705ca6ad8bf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68fb705ca6ad8b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268fb705ca6ad8b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268fb705ca6ad8b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268fb705ca6ad8b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68fb705ca6ad8bf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268fb705ca6ad8bf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PORTADA FINAL 2 - NOMBR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0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Gemini_Generated_Image_muumucmuumucmuu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Gemini_Generated_Image_1hm88k1hm88k1hm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0" y="0"/>
            <a:ext cx="91095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1" name="Google Shape;71;p16" title="SEGURIDAD BÁSICA - IMAGEN 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075" y="-64375"/>
            <a:ext cx="9181074" cy="520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7" title="ticket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 title="Image202609231245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661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Simple Dark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Daniela Santos Jiménez</cp:lastModifiedBy>
  <cp:revision>1</cp:revision>
  <dcterms:modified xsi:type="dcterms:W3CDTF">2026-09-24T18:49:12Z</dcterms:modified>
</cp:coreProperties>
</file>