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950" y="1023663"/>
            <a:ext cx="3738776" cy="3033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watermarked_img_1829511297276514982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9725" y="1031475"/>
            <a:ext cx="5097075" cy="3017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2832650" y="4520450"/>
            <a:ext cx="21921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chemeClr val="dk1"/>
                </a:solidFill>
              </a:rPr>
              <a:t>Miguel Angel De Anda Jiménez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39875" y="279350"/>
            <a:ext cx="157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 u="sng">
                <a:solidFill>
                  <a:schemeClr val="dk1"/>
                </a:solidFill>
              </a:rPr>
              <a:t>EQUIPO 2 </a:t>
            </a:r>
            <a:endParaRPr b="1" sz="1800" u="sng">
              <a:solidFill>
                <a:schemeClr val="dk1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89625" y="4490600"/>
            <a:ext cx="2278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chemeClr val="dk1"/>
                </a:solidFill>
              </a:rPr>
              <a:t>Kevin Edmael Garcia Martinez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59850" y="4195425"/>
            <a:ext cx="2572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chemeClr val="dk1"/>
                </a:solidFill>
              </a:rPr>
              <a:t>Daniela Mariana Rodríguez Santos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832650" y="4270425"/>
            <a:ext cx="18204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chemeClr val="dk1"/>
                </a:solidFill>
              </a:rPr>
              <a:t>Cinthia Belmont Morales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4978500" y="4240575"/>
            <a:ext cx="219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100">
                <a:solidFill>
                  <a:schemeClr val="dk1"/>
                </a:solidFill>
              </a:rPr>
              <a:t>Silvana Daniela Santos Jiménez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