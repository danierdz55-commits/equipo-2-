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ac4897bc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ac4897b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ab68caa6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ab68caa6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ac4897bc9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ac4897bc9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950" y="741038"/>
            <a:ext cx="3738776" cy="3033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watermarked_img_1829511297276514982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9725" y="748850"/>
            <a:ext cx="5097075" cy="3017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39875" y="279350"/>
            <a:ext cx="157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rgbClr val="000000"/>
                </a:solidFill>
              </a:rPr>
              <a:t>EQUIPO 2 </a:t>
            </a:r>
            <a:endParaRPr b="1" sz="1800" u="sng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2608950" y="136775"/>
            <a:ext cx="39261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50">
                <a:solidFill>
                  <a:srgbClr val="333333"/>
                </a:solidFill>
              </a:rPr>
              <a:t>Entregable de la Tarea 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92100" y="849900"/>
            <a:ext cx="8905200" cy="39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chemeClr val="dk1"/>
                </a:solidFill>
              </a:rPr>
              <a:t>Descripción del incidente:</a:t>
            </a:r>
            <a:r>
              <a:rPr lang="en" sz="1100">
                <a:solidFill>
                  <a:schemeClr val="dk1"/>
                </a:solidFill>
              </a:rPr>
              <a:t> Usuario olvida contraseña y no puede restablecerla para ingresara su cuenta para una </a:t>
            </a:r>
            <a:r>
              <a:rPr lang="en" sz="1100">
                <a:solidFill>
                  <a:schemeClr val="dk1"/>
                </a:solidFill>
              </a:rPr>
              <a:t>reunión</a:t>
            </a:r>
            <a:r>
              <a:rPr lang="en" sz="1100">
                <a:solidFill>
                  <a:schemeClr val="dk1"/>
                </a:solidFill>
              </a:rPr>
              <a:t> urgente.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chemeClr val="dk1"/>
                </a:solidFill>
              </a:rPr>
              <a:t>Registro del ticket</a:t>
            </a:r>
            <a:r>
              <a:rPr b="1" lang="en" sz="1100">
                <a:solidFill>
                  <a:schemeClr val="dk1"/>
                </a:solidFill>
              </a:rPr>
              <a:t>: (Diapositiva #2)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chemeClr val="dk1"/>
                </a:solidFill>
              </a:rPr>
              <a:t>Pasos de atención: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chemeClr val="dk1"/>
                </a:solidFill>
              </a:rPr>
              <a:t>Paso 1:</a:t>
            </a:r>
            <a:r>
              <a:rPr lang="en" sz="1100">
                <a:solidFill>
                  <a:schemeClr val="dk1"/>
                </a:solidFill>
              </a:rPr>
              <a:t> Saludo al cliente.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chemeClr val="dk1"/>
                </a:solidFill>
              </a:rPr>
              <a:t>paso 2:</a:t>
            </a:r>
            <a:r>
              <a:rPr lang="en" sz="1100">
                <a:solidFill>
                  <a:schemeClr val="dk1"/>
                </a:solidFill>
              </a:rPr>
              <a:t> Recabar </a:t>
            </a:r>
            <a:r>
              <a:rPr lang="en" sz="1100">
                <a:solidFill>
                  <a:schemeClr val="dk1"/>
                </a:solidFill>
              </a:rPr>
              <a:t>información</a:t>
            </a:r>
            <a:r>
              <a:rPr lang="en" sz="1100">
                <a:solidFill>
                  <a:schemeClr val="dk1"/>
                </a:solidFill>
              </a:rPr>
              <a:t> del cliente </a:t>
            </a:r>
            <a:r>
              <a:rPr lang="en" sz="1100">
                <a:solidFill>
                  <a:schemeClr val="dk1"/>
                </a:solidFill>
              </a:rPr>
              <a:t>solicitar datos: </a:t>
            </a:r>
            <a:r>
              <a:rPr i="1" lang="en" sz="1100" u="sng">
                <a:solidFill>
                  <a:schemeClr val="dk1"/>
                </a:solidFill>
              </a:rPr>
              <a:t>Nombre, teléfono con número de extensión y correo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chemeClr val="dk1"/>
                </a:solidFill>
              </a:rPr>
              <a:t>paso 3:</a:t>
            </a:r>
            <a:r>
              <a:rPr lang="en" sz="1100">
                <a:solidFill>
                  <a:schemeClr val="dk1"/>
                </a:solidFill>
              </a:rPr>
              <a:t> Se hace </a:t>
            </a:r>
            <a:r>
              <a:rPr lang="en" sz="1100">
                <a:solidFill>
                  <a:schemeClr val="dk1"/>
                </a:solidFill>
              </a:rPr>
              <a:t>validación</a:t>
            </a:r>
            <a:r>
              <a:rPr lang="en" sz="1100">
                <a:solidFill>
                  <a:schemeClr val="dk1"/>
                </a:solidFill>
              </a:rPr>
              <a:t> de información.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chemeClr val="dk1"/>
                </a:solidFill>
              </a:rPr>
              <a:t>Paso 4:</a:t>
            </a:r>
            <a:r>
              <a:rPr lang="en" sz="1100">
                <a:solidFill>
                  <a:schemeClr val="dk1"/>
                </a:solidFill>
              </a:rPr>
              <a:t> El especialista le da razón al cliente del problema que presentó, fueron </a:t>
            </a:r>
            <a:r>
              <a:rPr i="1" lang="en" sz="1100" u="sng">
                <a:solidFill>
                  <a:schemeClr val="dk1"/>
                </a:solidFill>
              </a:rPr>
              <a:t>3 intentos fallidos</a:t>
            </a:r>
            <a:r>
              <a:rPr lang="en" sz="1100">
                <a:solidFill>
                  <a:schemeClr val="dk1"/>
                </a:solidFill>
              </a:rPr>
              <a:t>, lo que </a:t>
            </a:r>
            <a:r>
              <a:rPr lang="en" sz="1100">
                <a:solidFill>
                  <a:schemeClr val="dk1"/>
                </a:solidFill>
              </a:rPr>
              <a:t>ocasionó</a:t>
            </a:r>
            <a:r>
              <a:rPr lang="en" sz="1100">
                <a:solidFill>
                  <a:schemeClr val="dk1"/>
                </a:solidFill>
              </a:rPr>
              <a:t> el </a:t>
            </a:r>
            <a:r>
              <a:rPr i="1" lang="en" sz="1100" u="sng">
                <a:solidFill>
                  <a:schemeClr val="dk1"/>
                </a:solidFill>
              </a:rPr>
              <a:t>bloqueo</a:t>
            </a:r>
            <a:r>
              <a:rPr lang="en" sz="1100">
                <a:solidFill>
                  <a:schemeClr val="dk1"/>
                </a:solidFill>
              </a:rPr>
              <a:t> de su cuenta de manera temporal por </a:t>
            </a:r>
            <a:r>
              <a:rPr i="1" lang="en" sz="1100" u="sng">
                <a:solidFill>
                  <a:schemeClr val="dk1"/>
                </a:solidFill>
              </a:rPr>
              <a:t>seguridad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chemeClr val="dk1"/>
                </a:solidFill>
              </a:rPr>
              <a:t>Paso 5</a:t>
            </a:r>
            <a:r>
              <a:rPr lang="en" sz="1100">
                <a:solidFill>
                  <a:schemeClr val="dk1"/>
                </a:solidFill>
              </a:rPr>
              <a:t> se le sugirieron </a:t>
            </a:r>
            <a:r>
              <a:rPr i="1" lang="en" sz="1100" u="sng">
                <a:solidFill>
                  <a:schemeClr val="dk1"/>
                </a:solidFill>
              </a:rPr>
              <a:t>2 posibles soluciones</a:t>
            </a:r>
            <a:r>
              <a:rPr lang="en" sz="1100">
                <a:solidFill>
                  <a:schemeClr val="dk1"/>
                </a:solidFill>
              </a:rPr>
              <a:t> para el restablecimiento de su cuenta.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chemeClr val="dk1"/>
                </a:solidFill>
              </a:rPr>
              <a:t>Resolución o escalamiento</a:t>
            </a:r>
            <a:r>
              <a:rPr lang="en" sz="1100">
                <a:solidFill>
                  <a:schemeClr val="dk1"/>
                </a:solidFill>
              </a:rPr>
              <a:t>: se le hizo una </a:t>
            </a:r>
            <a:r>
              <a:rPr lang="en" sz="1100">
                <a:solidFill>
                  <a:schemeClr val="dk1"/>
                </a:solidFill>
              </a:rPr>
              <a:t>resolución</a:t>
            </a:r>
            <a:r>
              <a:rPr lang="en" sz="1100">
                <a:solidFill>
                  <a:schemeClr val="dk1"/>
                </a:solidFill>
              </a:rPr>
              <a:t> al problema descrito, y la solución para la </a:t>
            </a:r>
            <a:r>
              <a:rPr lang="en" sz="1100">
                <a:solidFill>
                  <a:schemeClr val="dk1"/>
                </a:solidFill>
              </a:rPr>
              <a:t>recuperación</a:t>
            </a:r>
            <a:r>
              <a:rPr lang="en" sz="1100">
                <a:solidFill>
                  <a:schemeClr val="dk1"/>
                </a:solidFill>
              </a:rPr>
              <a:t> de la contraseña del cliente.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Primera solución</a:t>
            </a:r>
            <a:r>
              <a:rPr lang="en" sz="1100">
                <a:solidFill>
                  <a:schemeClr val="dk1"/>
                </a:solidFill>
              </a:rPr>
              <a:t>: hacer un desbloqueo con contraseña temporal.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Segunda solución</a:t>
            </a:r>
            <a:r>
              <a:rPr lang="en" sz="1100">
                <a:solidFill>
                  <a:schemeClr val="dk1"/>
                </a:solidFill>
              </a:rPr>
              <a:t>: envío de enlace para que el usuario cambie contraseña.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chemeClr val="dk1"/>
                </a:solidFill>
              </a:rPr>
              <a:t>Paso 6</a:t>
            </a:r>
            <a:r>
              <a:rPr lang="en" sz="1100">
                <a:solidFill>
                  <a:schemeClr val="dk1"/>
                </a:solidFill>
              </a:rPr>
              <a:t> El cliente opto por la </a:t>
            </a:r>
            <a:r>
              <a:rPr b="1" i="1" lang="en" sz="1100">
                <a:solidFill>
                  <a:schemeClr val="dk1"/>
                </a:solidFill>
              </a:rPr>
              <a:t>opción</a:t>
            </a:r>
            <a:r>
              <a:rPr b="1" i="1" lang="en" sz="1100">
                <a:solidFill>
                  <a:schemeClr val="dk1"/>
                </a:solidFill>
              </a:rPr>
              <a:t> 1</a:t>
            </a:r>
            <a:r>
              <a:rPr lang="en" sz="1100">
                <a:solidFill>
                  <a:schemeClr val="dk1"/>
                </a:solidFill>
              </a:rPr>
              <a:t>, de contraseña temporal. Se le generó una nueva.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Al finalizar, el cliente </a:t>
            </a:r>
            <a:r>
              <a:rPr i="1" lang="en" sz="1100" u="sng">
                <a:solidFill>
                  <a:schemeClr val="dk1"/>
                </a:solidFill>
              </a:rPr>
              <a:t>generó</a:t>
            </a:r>
            <a:r>
              <a:rPr i="1" lang="en" sz="1100" u="sng">
                <a:solidFill>
                  <a:schemeClr val="dk1"/>
                </a:solidFill>
              </a:rPr>
              <a:t> una nueva contraseña</a:t>
            </a:r>
            <a:r>
              <a:rPr lang="en" sz="1100">
                <a:solidFill>
                  <a:schemeClr val="dk1"/>
                </a:solidFill>
              </a:rPr>
              <a:t>. Quedando satisfecho con el trabajo del especialista en TI.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chemeClr val="dk1"/>
                </a:solidFill>
              </a:rPr>
              <a:t>Tiempo de atención</a:t>
            </a:r>
            <a:r>
              <a:rPr lang="en" sz="1100">
                <a:solidFill>
                  <a:schemeClr val="dk1"/>
                </a:solidFill>
              </a:rPr>
              <a:t>: Hora </a:t>
            </a:r>
            <a:r>
              <a:rPr i="1" lang="en" sz="1100">
                <a:solidFill>
                  <a:schemeClr val="dk1"/>
                </a:solidFill>
              </a:rPr>
              <a:t>apertura</a:t>
            </a:r>
            <a:r>
              <a:rPr lang="en" sz="1100">
                <a:solidFill>
                  <a:schemeClr val="dk1"/>
                </a:solidFill>
              </a:rPr>
              <a:t> de ticket 14:14 hrs - Hora de </a:t>
            </a:r>
            <a:r>
              <a:rPr i="1" lang="en" sz="1100">
                <a:solidFill>
                  <a:schemeClr val="dk1"/>
                </a:solidFill>
              </a:rPr>
              <a:t>cierre</a:t>
            </a:r>
            <a:r>
              <a:rPr lang="en" sz="1100">
                <a:solidFill>
                  <a:schemeClr val="dk1"/>
                </a:solidFill>
              </a:rPr>
              <a:t> de ticket: 14:35. </a:t>
            </a:r>
            <a:r>
              <a:rPr i="1" lang="en" sz="1100">
                <a:solidFill>
                  <a:schemeClr val="dk1"/>
                </a:solidFill>
              </a:rPr>
              <a:t>tiempo total 21 minutos.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1677" y="211100"/>
            <a:ext cx="2401298" cy="186562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/>
          <p:nvPr/>
        </p:nvSpPr>
        <p:spPr>
          <a:xfrm>
            <a:off x="6479225" y="2172300"/>
            <a:ext cx="2206200" cy="28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Especialistas TI.</a:t>
            </a:r>
            <a:endParaRPr sz="1100"/>
          </a:p>
        </p:txBody>
      </p:sp>
      <p:pic>
        <p:nvPicPr>
          <p:cNvPr id="69" name="Google Shape;69;p15" title="Image2026081916093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350" y="152400"/>
            <a:ext cx="5948244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 rotWithShape="1">
          <a:blip r:embed="rId5">
            <a:alphaModFix/>
          </a:blip>
          <a:srcRect b="0" l="0" r="7218" t="0"/>
          <a:stretch/>
        </p:blipFill>
        <p:spPr>
          <a:xfrm>
            <a:off x="6011200" y="3352150"/>
            <a:ext cx="3142249" cy="713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Entregable de la Tarea 3 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017725"/>
            <a:ext cx="8520600" cy="39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Escenario seleccionado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Se incorpora a la empresa una nueva Analista de Soporte TI que necesita acceso a las herramientas corporativas necesarias para desempeñar sus funciones.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El proceso debe realizarse mediante una solicitud formal, validación y autorización de los accesos, creación de la cuenta, asignación de permisos, configuración de MFA, pruebas y documentación final.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Flujo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Recepción de solicitud:</a:t>
            </a:r>
            <a:r>
              <a:rPr lang="en" sz="1100">
                <a:solidFill>
                  <a:schemeClr val="dk1"/>
                </a:solidFill>
              </a:rPr>
              <a:t> Gerardo Galicia Guzmán, Especialista en Soporte TI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Validación y autorización:</a:t>
            </a:r>
            <a:r>
              <a:rPr lang="en" sz="1100">
                <a:solidFill>
                  <a:schemeClr val="dk1"/>
                </a:solidFill>
              </a:rPr>
              <a:t> La mesa de servicio verifica que el solicitante sea responsable autorizado.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Acción ejecutada: </a:t>
            </a:r>
            <a:r>
              <a:rPr lang="en" sz="1100">
                <a:solidFill>
                  <a:schemeClr val="dk1"/>
                </a:solidFill>
              </a:rPr>
              <a:t>Se crea la cuenta de la usuaria Sakura Sarahi Lopez Martinez, correo corporativo y licencia correspondiente; se habilitan OneDrive, SharePoint, VPN y sistema de tickets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Confirmación con el usuario:</a:t>
            </a:r>
            <a:r>
              <a:rPr lang="en" sz="1100">
                <a:solidFill>
                  <a:schemeClr val="dk1"/>
                </a:solidFill>
              </a:rPr>
              <a:t> Se comprueba el inicio de sesión, correo, MFA, SharePoint, OneDrive, VPN y sistema de tickets.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Resultado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El incidente se resuelve mediante un proceso controlado de alta de usuario. Primero se recibe y valida la solicitud; posteriormente se obtiene la autorización correspondiente. Después se crea la cuenta y se asignan los recursos necesarios de acuerdo con el puesto de Analista de Soporte TI. Se configura MFA, se realizan pruebas de acceso y se confirma el funcionamiento con la usuaria. Finalmente, toda la actividad queda documentada en el ticket y este se cierra.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